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68" r:id="rId14"/>
    <p:sldId id="270" r:id="rId15"/>
    <p:sldId id="265" r:id="rId16"/>
  </p:sldIdLst>
  <p:sldSz cx="18288000" cy="10287000"/>
  <p:notesSz cx="6858000" cy="9144000"/>
  <p:embeddedFontLst>
    <p:embeddedFont>
      <p:font typeface="Bookman Old Style" panose="02050604050505020204" pitchFamily="18" charset="0"/>
      <p:regular r:id="rId17"/>
      <p:bold r:id="rId18"/>
      <p:italic r:id="rId19"/>
      <p:boldItalic r:id="rId20"/>
    </p:embeddedFon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Gotham" panose="020B0604020202020204" charset="0"/>
      <p:regular r:id="rId25"/>
    </p:embeddedFont>
    <p:embeddedFont>
      <p:font typeface="Gotham Bold Italics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9" d="100"/>
          <a:sy n="49" d="100"/>
        </p:scale>
        <p:origin x="1042" y="9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 SEMESTER PROJECT REVIEW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06-05-2026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01640" y="6057900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 Booking System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Maram Akash-VTU24837 –Reg</a:t>
            </a:r>
            <a:r>
              <a:rPr lang="en-US" sz="3000">
                <a:latin typeface="Cambria" panose="02040503050406030204" pitchFamily="18" charset="0"/>
                <a:ea typeface="Cambria" panose="02040503050406030204" pitchFamily="18" charset="0"/>
              </a:rPr>
              <a:t>.No.23UECS0800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9961671" y="7818586"/>
            <a:ext cx="7897968" cy="1361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IN" sz="2800" dirty="0"/>
              <a:t>Dr. Hafizur Rahman- B.E., MTech., </a:t>
            </a:r>
            <a:r>
              <a:rPr lang="en-IN" sz="2800" dirty="0" err="1"/>
              <a:t>Ph.D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081912" y="6981343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b="1" dirty="0"/>
              <a:t>SDG 9 – Industry, Innovation and Infrastructure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014125" y="2268820"/>
            <a:ext cx="15577625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3200" dirty="0"/>
              <a:t>Traditional movie ticket booking involves long queues, manual record-keeping, and frequent booking errors at counters.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3200" dirty="0"/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3200" dirty="0"/>
              <a:t>Manual seat allocation leads to double-bookings, overbooking, and poor customer experience.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3200" dirty="0"/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3200" dirty="0"/>
              <a:t>This project builds a relational database-driven web system to manage movies, shows, seats, users, and bookings.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3200" dirty="0"/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3200" dirty="0"/>
              <a:t>It updates seat availability in real-time during bookings and cancellations, preventing conflicts.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3200" dirty="0"/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3200" dirty="0"/>
              <a:t>Overall, it provides a scalable, reliable platform that improves convenience, reduces errors, and enhances the movie-going experience.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209800" y="1638300"/>
            <a:ext cx="15082325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Most cinema halls still use manual or paper-based booking systems with no real-time seat tracking.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This causes double-bookings, unavailable seat information, and long queues at ticket counters.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Errors in recording bookings and cancellations result in seat mismatches and revenue loss for theatre owners.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Lack of a centralized system makes it difficult to manage multiple screens, shows, and showtimes efficiently.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Therefore, an automated and reliable movie booking system is needed to improve accuracy and customer satisfaction.</a:t>
            </a:r>
            <a:endParaRPr lang="en-I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1831734" y="3140934"/>
            <a:ext cx="1508232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800" dirty="0"/>
              <a:t>To design and develop a web-based movie booking system that enables users to browse movies, view available showtimes, and book seats online in real-time.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800" dirty="0"/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800" dirty="0"/>
              <a:t>To implement automated seat availability updates and booking confirmations to eliminate double-bookings and improve the overall user booking experience.</a:t>
            </a:r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2209800" y="1638300"/>
            <a:ext cx="15082325" cy="128650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600" dirty="0"/>
              <a:t>A relational database-driven web application that manages movies, theatres, screens, showtimes, seats, users, and bookings efficiently.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6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600" dirty="0"/>
              <a:t>It provides real-time seat availability tracking, ensuring accurate booking status for every show at all times.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6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600" dirty="0"/>
              <a:t>The system prevents double-bookings by automating seat locking and maintaining data consistency using primary and foreign keys.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6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600" dirty="0"/>
              <a:t>It solves issues like overbooking and seat conflicts by giving instant booking confirmation and availability alerts.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6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600" dirty="0"/>
              <a:t>It improves operational efficiency by reducing the time required to browse, select, and book movie tickets online.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6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600" dirty="0"/>
              <a:t>The system enables better business insights through reports on booking trends, popular movies, and revenue data.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6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600" dirty="0"/>
              <a:t>It offers scalability, allowing the platform to handle a large number of concurrent users and bookings without performance issues.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600" dirty="0"/>
              <a:t>Compared to traditional methods, it is more reliable, secure, and easily integrable with payment gateways and notification services.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50852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3A7F07-F080-8719-69BA-03B7088CAE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8335" y="1445610"/>
            <a:ext cx="6553200" cy="67229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4A6B8E-2DF0-EDDD-79DE-996A5440B8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800" y="1828799"/>
            <a:ext cx="11734800" cy="71703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209800" y="1638300"/>
            <a:ext cx="15082325" cy="13018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Frontend:</a:t>
            </a:r>
          </a:p>
          <a:p>
            <a:r>
              <a:rPr lang="en-US" sz="2800" dirty="0"/>
              <a:t>HTML, CSS, JavaScript, </a:t>
            </a:r>
            <a:r>
              <a:rPr lang="en-US" sz="2800" dirty="0" err="1"/>
              <a:t>ReactJs</a:t>
            </a:r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Backend:</a:t>
            </a:r>
          </a:p>
          <a:p>
            <a:r>
              <a:rPr lang="en-US" sz="2800" dirty="0"/>
              <a:t>Spring boot, </a:t>
            </a:r>
            <a:r>
              <a:rPr lang="en-US" sz="2800" dirty="0" err="1"/>
              <a:t>SpringDataJPA,Hibernate</a:t>
            </a:r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Database:</a:t>
            </a:r>
          </a:p>
          <a:p>
            <a:r>
              <a:rPr lang="en-US" sz="2800" dirty="0"/>
              <a:t>PostgreSQL</a:t>
            </a:r>
          </a:p>
          <a:p>
            <a:endParaRPr lang="en-US" sz="2800" dirty="0"/>
          </a:p>
          <a:p>
            <a:r>
              <a:rPr lang="en-US" sz="2800" dirty="0"/>
              <a:t>Tools:</a:t>
            </a:r>
          </a:p>
          <a:p>
            <a:r>
              <a:rPr lang="en-US" sz="2800" dirty="0"/>
              <a:t>VS Code, Postman, pgAdmin, Git, GitHub, DBeaver</a:t>
            </a:r>
          </a:p>
          <a:p>
            <a:endParaRPr lang="en-US" sz="2800" dirty="0"/>
          </a:p>
          <a:p>
            <a:r>
              <a:rPr lang="en-US" sz="2800" dirty="0"/>
              <a:t>Hardware Requirements:</a:t>
            </a:r>
          </a:p>
          <a:p>
            <a:r>
              <a:rPr lang="en-US" sz="2800" dirty="0"/>
              <a:t>Laptop/Desktop, 4GB RAM (8GB recommended), Internet</a:t>
            </a:r>
          </a:p>
          <a:p>
            <a:endParaRPr lang="en-US" sz="2800" dirty="0"/>
          </a:p>
          <a:p>
            <a:r>
              <a:rPr lang="en-US" sz="2800" dirty="0"/>
              <a:t>Software Requirements:</a:t>
            </a:r>
          </a:p>
          <a:p>
            <a:r>
              <a:rPr lang="en-US" sz="2800" dirty="0"/>
              <a:t>Node.js, PostgreSQL, Web Browser (Chrome), VS Code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1957826" y="1151307"/>
            <a:ext cx="15082325" cy="1184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b="1" dirty="0"/>
          </a:p>
          <a:p>
            <a:r>
              <a:rPr lang="en-US" sz="2800" b="1" dirty="0"/>
              <a:t>Module 1: User Authentication</a:t>
            </a:r>
          </a:p>
          <a:p>
            <a:pPr algn="just"/>
            <a:r>
              <a:rPr lang="en-US" sz="2800" dirty="0"/>
              <a:t>Handles user registration, login, and secure session management using JWT tokens.</a:t>
            </a:r>
          </a:p>
          <a:p>
            <a:pPr algn="just"/>
            <a:r>
              <a:rPr lang="en-US" sz="2800" dirty="0"/>
              <a:t>Passwords are encrypted using bcrypt for security.</a:t>
            </a:r>
          </a:p>
          <a:p>
            <a:pPr algn="just"/>
            <a:r>
              <a:rPr lang="en-US" sz="2800" dirty="0"/>
              <a:t>Role-based access differentiates admin and regular user capabilities.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b="1" dirty="0"/>
              <a:t>Module 2: Movie &amp; Show Management</a:t>
            </a:r>
          </a:p>
          <a:p>
            <a:pPr algn="just"/>
            <a:r>
              <a:rPr lang="en-US" sz="2400" dirty="0"/>
              <a:t>Admins can add/edit/delete movies, theatres, screens, and showtimes.</a:t>
            </a:r>
          </a:p>
          <a:p>
            <a:pPr algn="just"/>
            <a:r>
              <a:rPr lang="en-US" sz="2400" dirty="0"/>
              <a:t>Supports multiple screen management within a single theatre.</a:t>
            </a:r>
          </a:p>
          <a:p>
            <a:pPr algn="just"/>
            <a:r>
              <a:rPr lang="en-US" sz="2400" dirty="0"/>
              <a:t>Ensures show schedules do not overlap on the same screen</a:t>
            </a:r>
            <a:r>
              <a:rPr lang="en-US" sz="2800" dirty="0"/>
              <a:t>.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b="1" dirty="0"/>
              <a:t>Module 3: Seat Booking &amp; Availability</a:t>
            </a:r>
          </a:p>
          <a:p>
            <a:pPr algn="just"/>
            <a:r>
              <a:rPr lang="en-US" sz="2400" dirty="0"/>
              <a:t>Displays available, booked, and locked seats for each showtime.</a:t>
            </a:r>
          </a:p>
          <a:p>
            <a:pPr algn="just"/>
            <a:r>
              <a:rPr lang="en-US" sz="2400" dirty="0"/>
              <a:t>Prevents double-booking using database-level constraints.</a:t>
            </a:r>
          </a:p>
          <a:p>
            <a:pPr algn="just"/>
            <a:r>
              <a:rPr lang="en-US" sz="2400" dirty="0"/>
              <a:t>Updates seat status in real-time after each booking or cancellation.</a:t>
            </a:r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r>
              <a:rPr lang="en-US" sz="2800" b="1" dirty="0"/>
              <a:t>Module 4: Database Management</a:t>
            </a:r>
          </a:p>
          <a:p>
            <a:pPr algn="just"/>
            <a:r>
              <a:rPr lang="en-US" sz="2400" dirty="0"/>
              <a:t>Stores users, movies, theatres, shows, seats, and booking records.</a:t>
            </a:r>
          </a:p>
          <a:p>
            <a:pPr algn="just"/>
            <a:r>
              <a:rPr lang="en-US" sz="2400" dirty="0"/>
              <a:t>Ensures data consistency and integrity.</a:t>
            </a:r>
          </a:p>
          <a:p>
            <a:pPr algn="just"/>
            <a:r>
              <a:rPr lang="en-US" sz="2400" dirty="0"/>
              <a:t>Supports efficient data retrieval and updates.</a:t>
            </a:r>
            <a:r>
              <a:rPr lang="en-IN" sz="2800" dirty="0"/>
              <a:t>.</a:t>
            </a:r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C6A4DA-6D4B-3E6A-CF92-E543DD7AFBF5}"/>
              </a:ext>
            </a:extLst>
          </p:cNvPr>
          <p:cNvSpPr txBox="1"/>
          <p:nvPr/>
        </p:nvSpPr>
        <p:spPr>
          <a:xfrm>
            <a:off x="2209800" y="1638300"/>
            <a:ext cx="150823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B0031E-E614-9F16-C31D-D07618A2FD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0864" y="2685707"/>
            <a:ext cx="5706271" cy="4915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6F2C30-13B1-3754-C147-D58A899BC459}"/>
              </a:ext>
            </a:extLst>
          </p:cNvPr>
          <p:cNvSpPr txBox="1"/>
          <p:nvPr/>
        </p:nvSpPr>
        <p:spPr>
          <a:xfrm>
            <a:off x="2209800" y="1638300"/>
            <a:ext cx="150823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IN" sz="2800" dirty="0"/>
              <a:t>  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F327CD-6454-5F2A-B0A1-767D9E3A89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5269" y="1873878"/>
            <a:ext cx="13471500" cy="7019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EC2FAA-73B8-A44B-B35E-BC5F5E727F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2965" y="2681228"/>
            <a:ext cx="11422069" cy="6358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264A13-9AA3-7812-8523-637ED97829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5387" y="2171700"/>
            <a:ext cx="11117226" cy="6772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4AC685-9BF1-8BDC-B8F9-083C94AF25DA}"/>
              </a:ext>
            </a:extLst>
          </p:cNvPr>
          <p:cNvSpPr txBox="1"/>
          <p:nvPr/>
        </p:nvSpPr>
        <p:spPr>
          <a:xfrm>
            <a:off x="2971800" y="2526154"/>
            <a:ext cx="10287000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Advantages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400" dirty="0"/>
              <a:t> </a:t>
            </a:r>
            <a:r>
              <a:rPr lang="en-IN" sz="2800" dirty="0"/>
              <a:t>Real-time seat availability updates after every booking and cancellation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800" dirty="0"/>
              <a:t>JWT-based authentication ensures secure and role-protected access for users and admins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800" dirty="0"/>
              <a:t> Modular design makes the system easy to maintain and extend.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800" dirty="0"/>
              <a:t>Centralized PostgreSQL database ensures data consistency.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400" dirty="0"/>
          </a:p>
          <a:p>
            <a:r>
              <a:rPr lang="en-US" sz="2400" dirty="0"/>
              <a:t>Limitations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dirty="0"/>
              <a:t>Basic frontend with limited user experience.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dirty="0"/>
              <a:t>No integrated payment gateway (mock/simulated payments only).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dirty="0"/>
              <a:t>No real-time seat locking during simultaneous bookings by multiple users.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dirty="0"/>
              <a:t>Limited analytics and reporting features.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617</TotalTime>
  <Words>906</Words>
  <Application>Microsoft Office PowerPoint</Application>
  <PresentationFormat>Custom</PresentationFormat>
  <Paragraphs>290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Times New Roman</vt:lpstr>
      <vt:lpstr>Gotham Bold Italics</vt:lpstr>
      <vt:lpstr>Bookman Old Style</vt:lpstr>
      <vt:lpstr>Calibri</vt:lpstr>
      <vt:lpstr>Wingdings</vt:lpstr>
      <vt:lpstr>Gotham</vt:lpstr>
      <vt:lpstr>Cambria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Kalyan Babu Gutti</dc:creator>
  <cp:lastModifiedBy>pooja koppuravuri</cp:lastModifiedBy>
  <cp:revision>22</cp:revision>
  <dcterms:created xsi:type="dcterms:W3CDTF">2006-08-16T00:00:00Z</dcterms:created>
  <dcterms:modified xsi:type="dcterms:W3CDTF">2026-05-06T01:43:14Z</dcterms:modified>
  <dc:identifier>DAHCaYqJ9OU</dc:identifier>
</cp:coreProperties>
</file>