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:– 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Booking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MARAM AKASH– VTU24837 – 23UECS0800.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44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M.Tech., </a:t>
            </a:r>
            <a:r>
              <a:rPr lang="en-IN" sz="3200" dirty="0" err="1"/>
              <a:t>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081912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14125" y="2268820"/>
            <a:ext cx="1557762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Traditional movie ticket booking involves long queues, manual record-keeping, and frequent booking errors at counters.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Manual seat allocation leads to double-bookings, overbooking, and poor customer experience.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This project builds a relational database-driven web system to manage movies, shows, seats, users, and bookings.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It updates seat availability in real-time during bookings and cancellations, preventing conflicts.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Overall, it provides a scalable, reliable platform that improves convenience, reduces errors, and enhances the movie-going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Most cinema halls still use manual or paper-based booking systems with no real-time seat tracking.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This causes double-bookings, unavailable seat information, and long queues at ticket counters.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Errors in recording bookings and cancellations result in seat mismatches and revenue loss for theatre owners.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Lack of a centralized system makes it difficult to manage multiple screens, shows, and showtimes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Therefore, an automated and reliable movie booking system is needed to improve accuracy and customer satisfaction.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831734" y="3140934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design and develop a web-based movie booking system that enables users to browse movies, view available showtimes, and book seats online in real-time.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implement automated seat availability updates and booking confirmations to eliminate double-bookings and improve the overall user booking experience.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286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A relational database-driven web application that manages movies, theatres, screens, showtimes, seats, users, and bookings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provides real-time seat availability tracking, ensuring accurate booking status for every show at all times.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prevents double-bookings by automating seat locking and maintaining data consistency using primary and foreign keys.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solves issues like overbooking and seat conflicts by giving instant booking confirmation and availability alerts.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improves operational efficiency by reducing the time required to browse, select, and book movie tickets online.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enables better business insights through reports on booking trends, popular movies, and revenue data.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offers scalability, allowing the platform to handle a large number of concurrent users and bookings without performance issues.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Compared to traditional methods, it is more reliable, secure, and easily integrable with payment gateways and notification services.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473C8-4C7D-9ED3-5E6A-A5EA4F52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472" y="1451092"/>
            <a:ext cx="3553055" cy="733202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66551EB-0636-2FA1-4973-BE9A1D35353F}"/>
              </a:ext>
            </a:extLst>
          </p:cNvPr>
          <p:cNvSpPr txBox="1"/>
          <p:nvPr/>
        </p:nvSpPr>
        <p:spPr>
          <a:xfrm>
            <a:off x="2362200" y="1937921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62F8C-77A7-FE12-7A33-76EC883CB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916" y="1733446"/>
            <a:ext cx="8061484" cy="7220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Frontend:</a:t>
            </a:r>
          </a:p>
          <a:p>
            <a:r>
              <a:rPr lang="en-US" sz="2800" dirty="0"/>
              <a:t>HTML, CSS, JavaScript, </a:t>
            </a:r>
            <a:r>
              <a:rPr lang="en-US" sz="2800" dirty="0" err="1"/>
              <a:t>ReactJs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Backend:</a:t>
            </a:r>
          </a:p>
          <a:p>
            <a:r>
              <a:rPr lang="en-US" sz="2800" dirty="0"/>
              <a:t>Spring boot, </a:t>
            </a:r>
            <a:r>
              <a:rPr lang="en-US" sz="2800" dirty="0" err="1"/>
              <a:t>SpringDataJPA,Hibernate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PostgreSQL</a:t>
            </a:r>
          </a:p>
          <a:p>
            <a:endParaRPr lang="en-US" sz="2800" dirty="0"/>
          </a:p>
          <a:p>
            <a:r>
              <a:rPr lang="en-US" sz="2800" dirty="0"/>
              <a:t>Tools:</a:t>
            </a:r>
          </a:p>
          <a:p>
            <a:r>
              <a:rPr lang="en-US" sz="2800" dirty="0"/>
              <a:t>VS Code, Postman, pgAdmin, Git, GitHub, DBeaver</a:t>
            </a:r>
          </a:p>
          <a:p>
            <a:endParaRPr lang="en-US" sz="2800" dirty="0"/>
          </a:p>
          <a:p>
            <a:r>
              <a:rPr lang="en-US" sz="2800" dirty="0"/>
              <a:t>Hardware Requirements:</a:t>
            </a:r>
          </a:p>
          <a:p>
            <a:r>
              <a:rPr lang="en-US" sz="2800" dirty="0"/>
              <a:t>Laptop/Desktop, 4GB RAM (8GB recommended), Internet</a:t>
            </a:r>
          </a:p>
          <a:p>
            <a:endParaRPr lang="en-US" sz="2800" dirty="0"/>
          </a:p>
          <a:p>
            <a:r>
              <a:rPr lang="en-US" sz="2800" dirty="0"/>
              <a:t>Software Requirements:</a:t>
            </a:r>
          </a:p>
          <a:p>
            <a:r>
              <a:rPr lang="en-US" sz="2800" dirty="0"/>
              <a:t>Node.js, PostgreSQL, Web Browser (Chrome), VS Code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57826" y="1151307"/>
            <a:ext cx="15082325" cy="1184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2800" b="1" dirty="0"/>
              <a:t>Module 1: User Authentication</a:t>
            </a:r>
          </a:p>
          <a:p>
            <a:pPr algn="just"/>
            <a:r>
              <a:rPr lang="en-US" sz="2800" dirty="0"/>
              <a:t>Handles user registration, login, and secure session management using JWT tokens.</a:t>
            </a:r>
          </a:p>
          <a:p>
            <a:pPr algn="just"/>
            <a:r>
              <a:rPr lang="en-US" sz="2800" dirty="0"/>
              <a:t>Passwords are encrypted using bcrypt for security.</a:t>
            </a:r>
          </a:p>
          <a:p>
            <a:pPr algn="just"/>
            <a:r>
              <a:rPr lang="en-US" sz="2800" dirty="0"/>
              <a:t>Role-based access differentiates admin and regular user capabilities.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2: Movie &amp; Show Management</a:t>
            </a:r>
          </a:p>
          <a:p>
            <a:pPr algn="just"/>
            <a:r>
              <a:rPr lang="en-US" sz="2400" dirty="0"/>
              <a:t>Admins can add/edit/delete movies, theatres, screens, and showtimes.</a:t>
            </a:r>
          </a:p>
          <a:p>
            <a:pPr algn="just"/>
            <a:r>
              <a:rPr lang="en-US" sz="2400" dirty="0"/>
              <a:t>Supports multiple screen management within a single theatre.</a:t>
            </a:r>
          </a:p>
          <a:p>
            <a:pPr algn="just"/>
            <a:r>
              <a:rPr lang="en-US" sz="2400" dirty="0"/>
              <a:t>Ensures show schedules do not overlap on the same screen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3: Seat Booking &amp; Availability</a:t>
            </a:r>
          </a:p>
          <a:p>
            <a:pPr algn="just"/>
            <a:r>
              <a:rPr lang="en-US" sz="2400" dirty="0"/>
              <a:t>Displays available, booked, and locked seats for each showtime.</a:t>
            </a:r>
          </a:p>
          <a:p>
            <a:pPr algn="just"/>
            <a:r>
              <a:rPr lang="en-US" sz="2400" dirty="0"/>
              <a:t>Prevents double-booking using database-level constraints.</a:t>
            </a:r>
          </a:p>
          <a:p>
            <a:pPr algn="just"/>
            <a:r>
              <a:rPr lang="en-US" sz="2400" dirty="0"/>
              <a:t>Updates seat status in real-time after each booking or cancellation.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4: Database Management</a:t>
            </a:r>
          </a:p>
          <a:p>
            <a:pPr algn="just"/>
            <a:r>
              <a:rPr lang="en-US" sz="2400" dirty="0"/>
              <a:t>Stores users, movies, theatres, shows, seats, and booking records.</a:t>
            </a:r>
          </a:p>
          <a:p>
            <a:pPr algn="just"/>
            <a:r>
              <a:rPr lang="en-US" sz="2400" dirty="0"/>
              <a:t>Ensures data consistency and integrity.</a:t>
            </a:r>
          </a:p>
          <a:p>
            <a:pPr algn="just"/>
            <a:r>
              <a:rPr lang="en-US" sz="2400" dirty="0"/>
              <a:t>Supports efficient data retrieval and updates.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4AB4EA-FD85-0B1A-112C-E0E3E49A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781794"/>
            <a:ext cx="13275644" cy="597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F67DC-CE26-D8CC-03A0-8902AFF6C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020449"/>
            <a:ext cx="11269074" cy="601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A4176-369F-2324-DC71-ADB8737E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870850"/>
            <a:ext cx="8978108" cy="621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D4251-4A7C-24DE-5D36-0B5C98FD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141339"/>
            <a:ext cx="7739707" cy="556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AC685-9BF1-8BDC-B8F9-083C94AF25DA}"/>
              </a:ext>
            </a:extLst>
          </p:cNvPr>
          <p:cNvSpPr txBox="1"/>
          <p:nvPr/>
        </p:nvSpPr>
        <p:spPr>
          <a:xfrm>
            <a:off x="2971800" y="2526154"/>
            <a:ext cx="10287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Advantages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800" dirty="0"/>
              <a:t>Real-time seat availability updates after every booking and cancellation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JWT-based authentication ensures secure and role-protected access for users and admins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 Modular design makes the system easy to maintain and extend.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Centralized PostgreSQL database ensures data 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r>
              <a:rPr lang="en-US" sz="2400" dirty="0"/>
              <a:t>Limitations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Basic frontend with limited user experience.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integrated payment gateway (mock/simulated payments only).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real-time seat locking during simultaneous bookings by multiple users.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Limited analytics and reporting features.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907</Words>
  <Application>Microsoft Office PowerPoint</Application>
  <PresentationFormat>Custom</PresentationFormat>
  <Paragraphs>300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</vt:lpstr>
      <vt:lpstr>Arial</vt:lpstr>
      <vt:lpstr>Gotham Bold Italics</vt:lpstr>
      <vt:lpstr>Bookman Old Style</vt:lpstr>
      <vt:lpstr>Times New Roman</vt:lpstr>
      <vt:lpstr>Wingdings</vt:lpstr>
      <vt:lpstr>Gotham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Kalyan Babu Gutti</dc:creator>
  <cp:lastModifiedBy>pooja koppuravuri</cp:lastModifiedBy>
  <cp:revision>27</cp:revision>
  <dcterms:created xsi:type="dcterms:W3CDTF">2006-08-16T00:00:00Z</dcterms:created>
  <dcterms:modified xsi:type="dcterms:W3CDTF">2026-04-20T05:41:40Z</dcterms:modified>
  <dc:identifier>DAHCaYqJ9OU</dc:identifier>
</cp:coreProperties>
</file>